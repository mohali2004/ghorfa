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59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Introduce the team and Ghorfa. Mention: short slides first, then live website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agenda quickly (~20 sec).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Ghorfa = room/space in Arabic context — a digital place to find housing.</a:t>
            </a:r>
          </a:p>
          <a:p>
            <a:r>
              <a:t>Not only listings: full flow from discovery to transactions with trust (admin approval).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User = seeker (client role). Landlord lists after admin approval. Admin is the trust layer.</a:t>
            </a:r>
          </a:p>
          <a:p>
            <a:r>
              <a:t>~1 min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Laravel for structure &amp; security. HTML/CSS/JS for UI. AI + Maps for discovery. Git/GitHub for teamwork.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Emphasize teamwork: one GitHub repo, parallel work, sprints, reviews.</a:t>
            </a:r>
          </a:p>
          <a:p>
            <a:r>
              <a:rPr dirty="0"/>
              <a:t>Add your real sprint count / team roles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real pain: discovery, trust, personalization, end-to-end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human: community trust + accessibility + opportunity for landlords and seekers.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overview — live demo will show these. Mention AI as the smart layer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(~60 sec):</a:t>
            </a:r>
          </a:p>
          <a:p>
            <a:r>
              <a:t>User types an Arabic or English place name. We expand variants, score keywords,</a:t>
            </a:r>
          </a:p>
          <a:p>
            <a:r>
              <a:t>embed the query, compare with stored listing vectors using cosine similarity.</a:t>
            </a:r>
          </a:p>
          <a:p>
            <a:r>
              <a:t>Final score blends keyword and semantic. Strong keyword hits get a bonus.</a:t>
            </a:r>
          </a:p>
          <a:p>
            <a:r>
              <a:t>If API fails, classic LIKE search still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(~60 sec):</a:t>
            </a:r>
          </a:p>
          <a:p>
            <a:r>
              <a:t>We track views, clicks, likes, contacts with weights.</a:t>
            </a:r>
          </a:p>
          <a:p>
            <a:r>
              <a:t>Collaborative finds similar users. Content matches preferences (with optional embedding blend).</a:t>
            </a:r>
          </a:p>
          <a:p>
            <a:r>
              <a:t>Location uses GPS distance. Popularity is a light boost.</a:t>
            </a:r>
          </a:p>
          <a:p>
            <a:r>
              <a:t>New users get cold-start ranking. In search, Recommended just reorders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location buckets briefly if asked. Filters first, then AI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 (~10 min) — leave this slide up</a:t>
            </a:r>
          </a:p>
          <a:p>
            <a:endParaRPr/>
          </a:p>
          <a:p>
            <a:r>
              <a:t>1) HOME (1 min): Show platform purpose and listings.</a:t>
            </a:r>
          </a:p>
          <a:p>
            <a:r>
              <a:t>2) ROLES (2 min): Quick path — user like/review; landlord property; admin approval screens if possible.</a:t>
            </a:r>
          </a:p>
          <a:p>
            <a:r>
              <a:t>3) SEARCH (2 min): Filters + Recommended default.</a:t>
            </a:r>
          </a:p>
          <a:p>
            <a:r>
              <a:t>4) SEMANTIC (2–3 min): Arabic/English query that shows smart matching.</a:t>
            </a:r>
          </a:p>
          <a:p>
            <a:r>
              <a:t>5) RECOMMENDATIONS (2 min): Like listings, refresh Recommended order.</a:t>
            </a:r>
          </a:p>
          <a:p>
            <a:r>
              <a:t>6) Close and invite questions.</a:t>
            </a:r>
          </a:p>
          <a:p>
            <a:endParaRPr/>
          </a:p>
          <a:p>
            <a:r>
              <a:t>Backup: if OpenAI fails, still demo filters + recommendation ranking +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jury. Be ready for questions on Agile, roles, AI, and trust/approval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Georgia"/>
              </a:rPr>
              <a:t>GHORFA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8D4D4"/>
                </a:solidFill>
                <a:latin typeface="Calibri"/>
              </a:rPr>
              <a:t>Property Rental &amp; Sale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B8C0"/>
                </a:solidFill>
                <a:latin typeface="Calibri"/>
              </a:rPr>
              <a:t>Connecting seekers, landlords, and admins — with smarter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Team Capstone Presentation  |  Slides + Live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035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6B6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190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What is Ghorfa?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7B3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7190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Roles: User · Landlord ·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514600"/>
            <a:ext cx="53035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6B6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706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How we built it (stack + Agile)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51460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514600"/>
            <a:ext cx="53035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7B3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7706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Problems we solve &amp; community 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6616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566160"/>
            <a:ext cx="53035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6B6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8221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Key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56616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566160"/>
            <a:ext cx="53035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794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7B3A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8221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Semantic search &amp; recommendations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1772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617720"/>
            <a:ext cx="53035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6B6B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8737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Live demo of the website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What is Ghorfa?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Definition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72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Calibri"/>
              </a:rPr>
              <a:t>Ghorfa is a web platform for renting and buying properties. It helps people find spaces, landlords list and manage properties, and admins keep the marketplace trusted and organized.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dirty="0">
                <a:solidFill>
                  <a:srgbClr val="1E1E1E"/>
                </a:solidFill>
                <a:latin typeface="Calibri"/>
              </a:rPr>
              <a:t>•  One place to browse, search, like, review, and request rent/buy</a:t>
            </a: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1E1E1E"/>
                </a:solidFill>
                <a:latin typeface="Calibri"/>
              </a:rPr>
              <a:t>•  Landlords can publish listings after verification</a:t>
            </a: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1E1E1E"/>
                </a:solidFill>
                <a:latin typeface="Calibri"/>
              </a:rPr>
              <a:t>•  Admins approve landlords, listings, and manage the platform</a:t>
            </a: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1E1E1E"/>
                </a:solidFill>
                <a:latin typeface="Calibri"/>
              </a:rPr>
              <a:t>•  Smart discovery: semantic search + personalized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Three Main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Who uses Ghorfa?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User (Client)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Browse &amp; search properties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Like / favorite listings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Write reviews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Request rent or buy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Get recommendations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Apply to become landlord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64008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Landlord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List spaces for rent/sale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Manage own properties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Handle requests &amp; payments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Upload listing details &amp; photos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Track dashboard activity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Export request documents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657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64008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Approve landlord applications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Approve / reject listings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Manage users &amp; rules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Manage amenities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Oversee transactions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Keep the platform trusted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How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Laravel (PHP)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MVC architecture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MySQL / 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74320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HTML · CSS · JavaScript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Blade templates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Responsive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7432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OpenAI (AI search)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Google Maps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PDF contracts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74320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C3F"/>
                </a:solidFill>
                <a:latin typeface="Calibri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5603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Git · GitHub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Git Bash</a:t>
            </a:r>
          </a:p>
          <a:p>
            <a:pPr algn="ctr"/>
            <a:r>
              <a:rPr sz="1500" b="0">
                <a:solidFill>
                  <a:srgbClr val="5A5A5A"/>
                </a:solidFill>
                <a:latin typeface="Calibri"/>
              </a:rPr>
              <a:t>Team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Working as a Team — Agile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Same project, shared repository, sprint-based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Sprints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00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5A5A5A"/>
                </a:solidFill>
                <a:latin typeface="Calibri"/>
              </a:rPr>
              <a:t>Work delivered in short cycles with clear goals each sprint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7280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Git +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Branches, commits, pull requests — collaborate on one codebase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Git Bash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886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Daily version control: pull, commit, push, resolve conflicts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097280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0F2C3F"/>
                </a:solidFill>
                <a:latin typeface="Calibri"/>
              </a:rPr>
              <a:t>Roles in Scrum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029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Plan → develop → review → demo → improve for next sprint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Problems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Why Ghorfa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9496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Hard to find the right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5A5A5A"/>
                </a:solidFill>
                <a:latin typeface="Calibri"/>
              </a:rPr>
              <a:t>Scattered listings, weak search, language barriers (Arabic / English)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9496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Trust &amp;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754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dirty="0">
                <a:solidFill>
                  <a:srgbClr val="5A5A5A"/>
                </a:solidFill>
                <a:latin typeface="Calibri"/>
              </a:rPr>
              <a:t>Not </a:t>
            </a:r>
            <a:r>
              <a:rPr sz="1500" b="0" dirty="0">
                <a:solidFill>
                  <a:srgbClr val="5A5A5A"/>
                </a:solidFill>
                <a:latin typeface="Calibri"/>
              </a:rPr>
              <a:t>Anyone can post anywhere — we add landlord verification &amp; listing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539496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No personalization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Users see the same lists — we rank by preference and behavior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539496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3F"/>
                </a:solidFill>
                <a:latin typeface="Calibri"/>
              </a:rPr>
              <a:t>Disconnected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17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Browse, contact, and deal steps are fragmented — we connect them in one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How Ghorfa Helps the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Impact beyond the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6B"/>
                </a:solidFill>
                <a:latin typeface="Calibri"/>
              </a:rPr>
              <a:t>Seekers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916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Calibri"/>
              </a:rPr>
              <a:t>Faster discovery of homes and rooms that match language, location, and taste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6B"/>
                </a:solidFill>
                <a:latin typeface="Calibri"/>
              </a:rPr>
              <a:t>Landlords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E1E1E"/>
                </a:solidFill>
                <a:latin typeface="Calibri"/>
              </a:rPr>
              <a:t>A clear channel to list spaces, reach tenants/buyers, and manage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4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A6B6B"/>
                </a:solidFill>
              </a:rPr>
              <a:t>Guarantee for both parties</a:t>
            </a:r>
            <a:endParaRPr sz="1800" b="1" dirty="0">
              <a:solidFill>
                <a:srgbClr val="1A6B6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7589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1E1E1E"/>
                </a:solidFill>
                <a:latin typeface="Calibri"/>
              </a:rPr>
              <a:t>A saved report as a prove for any transaction done  on Ghorfa</a:t>
            </a:r>
            <a:endParaRPr sz="1600" b="0" dirty="0">
              <a:solidFill>
                <a:srgbClr val="1E1E1E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097280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1A6B6B"/>
                </a:solidFill>
                <a:latin typeface="Calibri"/>
              </a:rPr>
              <a:t>Safe Place</a:t>
            </a:r>
            <a:endParaRPr sz="1800" b="1" dirty="0">
              <a:solidFill>
                <a:srgbClr val="1A6B6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5120640"/>
            <a:ext cx="7589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dirty="0">
                <a:solidFill>
                  <a:srgbClr val="1E1E1E"/>
                </a:solidFill>
                <a:latin typeface="Calibri"/>
              </a:rPr>
              <a:t>Landlords are still Restricted by Admin so not anybody can through a fake property!  </a:t>
            </a:r>
            <a:endParaRPr sz="1600" b="0" dirty="0">
              <a:solidFill>
                <a:srgbClr val="1E1E1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What the platform includes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7889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Rent &amp; sale properties with photos, amenities,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27889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Search &amp;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Location, price, type, amenities — plus Recommended sort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7889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Map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Explore properties on Google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1732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7889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Likes &amp;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231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Save favorites and share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9476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27889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Rent/buy requests, contracts, offline payment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79476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3794760"/>
            <a:ext cx="27889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800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Stay updated on applications and deals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9476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794760"/>
            <a:ext cx="2788920" cy="914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AI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00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Semantic search + hybrid recommendations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79476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35440" y="3794760"/>
            <a:ext cx="278892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C3F"/>
                </a:solidFill>
                <a:latin typeface="Calibri"/>
              </a:rPr>
              <a:t>Admin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800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Approvals, users, amenities,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Semantic Search —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Expand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Arabic ↔ English</a:t>
            </a:r>
          </a:p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dictionary + 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Keyword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Score city, title,</a:t>
            </a:r>
          </a:p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address, amenities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6948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Query vector vs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property vectors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4984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60% keyword +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40% 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Property embeddings are pre-computed at save time. Only the search query is embedded at runtime.</a:t>
            </a:r>
          </a:p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Fallback: if OpenAI is unavailable → standard SQL LIKE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Hybrid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final = 0.40×Collaborative + 0.25×Content + 0.25×Location + 0.10×Popularity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F2C3F"/>
                </a:solidFill>
                <a:latin typeface="Calibri"/>
              </a:rPr>
              <a:t>Collaborative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Users like you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also liked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F2C3F"/>
                </a:solidFill>
                <a:latin typeface="Calibri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Type, city, price,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amenities + 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3F"/>
                </a:solidFill>
                <a:latin typeface="Calibri"/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Haversine distance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to search area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3F"/>
                </a:solidFill>
                <a:latin typeface="Calibri"/>
              </a:rPr>
              <a:t>Popularity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Views + likes×3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normalized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Cold start (no history): filter match + location + popularity + recency.</a:t>
            </a:r>
          </a:p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On search: Recommended sort reorders the filtered listings grid — no separate AI section.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FE4CA1F-A7F3-F5C1-2B60-F465ACF2436D}"/>
              </a:ext>
            </a:extLst>
          </p:cNvPr>
          <p:cNvGraphicFramePr>
            <a:graphicFrameLocks noGrp="1"/>
          </p:cNvGraphicFramePr>
          <p:nvPr/>
        </p:nvGraphicFramePr>
        <p:xfrm>
          <a:off x="8065523" y="3825826"/>
          <a:ext cx="2502065" cy="27121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35265">
                  <a:extLst>
                    <a:ext uri="{9D8B030D-6E8A-4147-A177-3AD203B41FA5}">
                      <a16:colId xmlns:a16="http://schemas.microsoft.com/office/drawing/2014/main" val="267649168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55150600"/>
                    </a:ext>
                  </a:extLst>
                </a:gridCol>
              </a:tblGrid>
              <a:tr h="4261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effectLst/>
                        </a:rPr>
                        <a:t>Distance from search center</a:t>
                      </a: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effectLst/>
                        </a:rPr>
                        <a:t>Location score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1432293471"/>
                  </a:ext>
                </a:extLst>
              </a:tr>
              <a:tr h="14872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1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>
                          <a:effectLst/>
                        </a:rPr>
                        <a:t>1.00</a:t>
                      </a:r>
                      <a:endParaRPr lang="en-US" sz="100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908551656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3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0.85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4104389510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5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0.70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4084398272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10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0.45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3966228207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20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0.20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1124477530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&gt; 20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0.00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876434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How They Relate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Same platform, shared signals, complementary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743200" cy="2194560"/>
          </a:xfrm>
          <a:prstGeom prst="round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User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Search, view,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like,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7B3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743200" cy="21945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Behavior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Interactions &amp;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search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7B3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743200" cy="2194560"/>
          </a:xfrm>
          <a:prstGeom prst="round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Semantic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Relevant to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the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7B3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743200" cy="219456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Personalized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10972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10972800" cy="9144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3F"/>
                </a:solidFill>
                <a:latin typeface="Calibri"/>
              </a:rPr>
              <a:t>Recommendation score (with history)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final = 0.40×Collaborative + 0.25×Content + 0.25×Location + 0.10×Popularity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Location uses distance buckets (closer = higher). Filters still apply; AI only reorders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D4D4"/>
                </a:solidFill>
                <a:latin typeface="Calibri"/>
              </a:rPr>
              <a:t>Website walkthrough  ·  ~10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1.  Home — browse as a user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2.  Roles — user actions, landlord listing, admin approval (overview)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3.  Search &amp; filters + Recommended sort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4.  Semantic search (Arabic / natural language)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5.  Like properties → personalized order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6. </a:t>
            </a:r>
            <a:r>
              <a:rPr lang="en-US" dirty="0">
                <a:solidFill>
                  <a:srgbClr val="FFFFFF"/>
                </a:solidFill>
              </a:rPr>
              <a:t>Map search (optional) + Q&amp;A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</a:rPr>
              <a:t>7. Become a landlord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</a:rPr>
              <a:t>8. Listing a Space 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</a:rPr>
              <a:t>9. Transactions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8D4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8AA8B0"/>
                </a:solidFill>
                <a:latin typeface="Calibri"/>
              </a:rPr>
              <a:t>Ghorfa  ·  Users · Landlords · Admins  ·  Smart 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1398</Words>
  <Application>Microsoft Office PowerPoint</Application>
  <PresentationFormat>Widescreen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 ‏Ali</cp:lastModifiedBy>
  <cp:revision>5</cp:revision>
  <dcterms:created xsi:type="dcterms:W3CDTF">2013-01-27T09:14:16Z</dcterms:created>
  <dcterms:modified xsi:type="dcterms:W3CDTF">2026-07-20T21:45:25Z</dcterms:modified>
  <cp:category/>
</cp:coreProperties>
</file>